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5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117" y="1872210"/>
            <a:ext cx="8229600" cy="1143000"/>
          </a:xfrm>
        </p:spPr>
        <p:txBody>
          <a:bodyPr/>
          <a:lstStyle/>
          <a:p>
            <a:pPr>
              <a:defRPr sz="3400"/>
            </a:pPr>
            <a:r>
              <a:rPr dirty="0"/>
              <a:t>HAID — Health AI Data Resource</a:t>
            </a:r>
          </a:p>
        </p:txBody>
      </p:sp>
      <p:pic>
        <p:nvPicPr>
          <p:cNvPr id="3" name="Picture 2" descr="HAI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248" y="1599674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AI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33400"/>
            <a:ext cx="8686800" cy="579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</Words>
  <Application>Microsoft Macintosh PowerPoint</Application>
  <PresentationFormat>On-screen Show (4:3)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HAID — Health AI Data Resource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Fakrul Islam Tushar</cp:lastModifiedBy>
  <cp:revision>2</cp:revision>
  <dcterms:created xsi:type="dcterms:W3CDTF">2013-01-27T09:14:16Z</dcterms:created>
  <dcterms:modified xsi:type="dcterms:W3CDTF">2026-01-18T23:02:12Z</dcterms:modified>
  <cp:category/>
</cp:coreProperties>
</file>